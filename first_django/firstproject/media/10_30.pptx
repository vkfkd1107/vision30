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  <p:sldId id="285" r:id="rId4"/>
    <p:sldId id="284" r:id="rId5"/>
    <p:sldId id="27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CFDE"/>
    <a:srgbClr val="C9D0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354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679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905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081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9971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8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249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683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54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0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87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F8709-1CEE-42DD-B39A-DFDCBA7B36B7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2020-10-30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B9C72-21D5-4AB9-87FA-CC4C72A0D34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7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3352801" y="1640671"/>
            <a:ext cx="5591176" cy="896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kern="0" dirty="0">
                <a:solidFill>
                  <a:prstClr val="white"/>
                </a:solidFill>
              </a:rPr>
              <a:t>실시간 비전 카메라 팀</a:t>
            </a:r>
            <a:r>
              <a:rPr lang="en-US" altLang="ko-KR" sz="4000" b="1" kern="0" dirty="0">
                <a:solidFill>
                  <a:prstClr val="white"/>
                </a:solidFill>
              </a:rPr>
              <a:t> </a:t>
            </a:r>
          </a:p>
        </p:txBody>
      </p:sp>
      <p:pic>
        <p:nvPicPr>
          <p:cNvPr id="4" name="그래픽 3" descr="카메라">
            <a:extLst>
              <a:ext uri="{FF2B5EF4-FFF2-40B4-BE49-F238E27FC236}">
                <a16:creationId xmlns:a16="http://schemas.microsoft.com/office/drawing/2014/main" id="{C49A23FF-E0F0-41A1-A177-7A40D738A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027" y="3000079"/>
            <a:ext cx="1395945" cy="1395945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045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EF4656-0683-4420-BED2-A1C88CED7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40C6DFE-A65D-4403-B6BC-B3955D185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61570451-0F79-49FA-9006-DDA34158A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3ED4693-3203-430A-B494-E5572D882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2C81946-966A-4F98-B6D5-39416D8569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FF22F7A-2A49-4D98-8016-E3ADF34E9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5E47559A-3055-4BF1-A481-FF0888273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7FC3188E-62A8-41B8-A8E7-734397100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ACB5179-11E1-483B-9F71-605DFF0DF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8077595-049F-4D02-BE55-694962FBD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0BD6263D-1C03-40DF-9628-88542C63B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7D5A3CBA-EC92-49C5-BA5D-14C628D55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680A3DC5-4E47-4F87-9328-A7B07168B1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8B207045-4F4A-4CF9-BD4B-F82BE21BEE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D1A09BB2-6A65-49E5-B6DA-86330A7E6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AA0550FC-A296-4ED3-8025-0857A9AD16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94BB60CD-EF3A-436F-93A3-45DE0D1D8A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AB302E06-FB93-40A4-9442-A22CAACB96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rgbClr val="FFFFFF">
                  <a:alpha val="35000"/>
                </a:srgb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37294D15-9328-422C-A53D-A3FE7C3942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C225D3FA-9D52-4638-8B28-75FA605A4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9EE46D05-61E5-4A82-BDF8-2CB05405C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3CC2F79D-17F2-44CB-93AF-FF6E1E184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75C66F41-CC84-445A-A14E-69FB88ABC6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rgbClr val="FFFFFF">
                  <a:alpha val="35000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C4CCB850-8E75-43A0-AE24-BEE25764B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578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72A5BA-339D-44D8-B6A4-2EB08C0A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960120"/>
            <a:ext cx="3867912" cy="4169664"/>
          </a:xfrm>
        </p:spPr>
        <p:txBody>
          <a:bodyPr>
            <a:normAutofit/>
          </a:bodyPr>
          <a:lstStyle/>
          <a:p>
            <a:pPr algn="r"/>
            <a:r>
              <a:rPr lang="ko-KR" altLang="en-US" b="1" dirty="0">
                <a:latin typeface="+mn-ea"/>
                <a:ea typeface="+mn-ea"/>
                <a:cs typeface="Microsoft GothicNeo Light" panose="020B0503020000020004" pitchFamily="34" charset="-127"/>
              </a:rPr>
              <a:t>목차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E2D009B-70F6-4703-A06F-6829E40A1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52263" y="1200150"/>
            <a:ext cx="0" cy="354397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68D0C-FD3D-4972-A5F6-F69217083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5281" y="1682698"/>
            <a:ext cx="5513832" cy="4169664"/>
          </a:xfrm>
        </p:spPr>
        <p:txBody>
          <a:bodyPr anchor="ctr">
            <a:normAutofit/>
          </a:bodyPr>
          <a:lstStyle/>
          <a:p>
            <a:r>
              <a:rPr lang="ko-KR" altLang="en-US" sz="2400" dirty="0">
                <a:latin typeface="+mn-ea"/>
              </a:rPr>
              <a:t>현재 진행 상황</a:t>
            </a:r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다음주 목표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ko-KR" altLang="en-US" sz="2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78FA4F-F3CD-472F-8CAB-2BB868F389AF}"/>
              </a:ext>
            </a:extLst>
          </p:cNvPr>
          <p:cNvSpPr/>
          <p:nvPr/>
        </p:nvSpPr>
        <p:spPr>
          <a:xfrm>
            <a:off x="-14288" y="5732695"/>
            <a:ext cx="12206288" cy="1129507"/>
          </a:xfrm>
          <a:prstGeom prst="rect">
            <a:avLst/>
          </a:prstGeom>
          <a:solidFill>
            <a:srgbClr val="C9D0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FF967E0-F3D0-418A-98F0-5B95F696F229}"/>
              </a:ext>
            </a:extLst>
          </p:cNvPr>
          <p:cNvCxnSpPr/>
          <p:nvPr/>
        </p:nvCxnSpPr>
        <p:spPr>
          <a:xfrm>
            <a:off x="4752263" y="1200150"/>
            <a:ext cx="0" cy="3543972"/>
          </a:xfrm>
          <a:prstGeom prst="line">
            <a:avLst/>
          </a:prstGeom>
          <a:ln w="28575">
            <a:solidFill>
              <a:srgbClr val="C9D0D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053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07374-CCAC-4524-BCF9-5D2E9FDD9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4400" b="1" dirty="0">
                <a:latin typeface="+mn-ea"/>
              </a:rPr>
              <a:t>현재 진행 상황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D9FF30-D1C1-4292-A6DA-3E9E07129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라벨링된</a:t>
            </a:r>
            <a:r>
              <a:rPr lang="ko-KR" altLang="en-US" dirty="0"/>
              <a:t> 데이터로 훈련 시 잘못된 결과가 나와 다시 분석 중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2000" dirty="0">
                <a:solidFill>
                  <a:schemeClr val="accent5"/>
                </a:solidFill>
              </a:rPr>
              <a:t>-&gt; </a:t>
            </a:r>
            <a:r>
              <a:rPr lang="ko-KR" altLang="en-US" sz="2000" dirty="0">
                <a:solidFill>
                  <a:schemeClr val="accent5"/>
                </a:solidFill>
              </a:rPr>
              <a:t>잘못된 데이터</a:t>
            </a:r>
            <a:r>
              <a:rPr lang="en-US" altLang="ko-KR" sz="2000" dirty="0">
                <a:solidFill>
                  <a:schemeClr val="accent5"/>
                </a:solidFill>
              </a:rPr>
              <a:t>, </a:t>
            </a:r>
            <a:r>
              <a:rPr lang="ko-KR" altLang="en-US" sz="2000" dirty="0">
                <a:solidFill>
                  <a:schemeClr val="accent5"/>
                </a:solidFill>
              </a:rPr>
              <a:t>잘못된 라벨링의 결과</a:t>
            </a:r>
            <a:endParaRPr lang="en-US" altLang="ko-KR" sz="20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chemeClr val="accent5"/>
                </a:solidFill>
              </a:rPr>
              <a:t>&gt;&gt; </a:t>
            </a:r>
            <a:r>
              <a:rPr lang="ko-KR" altLang="en-US" sz="2000" dirty="0">
                <a:solidFill>
                  <a:schemeClr val="accent5"/>
                </a:solidFill>
              </a:rPr>
              <a:t>각 인원이 한글 </a:t>
            </a:r>
            <a:r>
              <a:rPr lang="en-US" altLang="ko-KR" sz="2000" dirty="0" err="1">
                <a:solidFill>
                  <a:schemeClr val="accent5"/>
                </a:solidFill>
              </a:rPr>
              <a:t>ocr</a:t>
            </a:r>
            <a:r>
              <a:rPr lang="en-US" altLang="ko-KR" sz="2000" dirty="0">
                <a:solidFill>
                  <a:schemeClr val="accent5"/>
                </a:solidFill>
              </a:rPr>
              <a:t> </a:t>
            </a:r>
            <a:r>
              <a:rPr lang="ko-KR" altLang="en-US" sz="2000" dirty="0" err="1">
                <a:solidFill>
                  <a:schemeClr val="accent5"/>
                </a:solidFill>
              </a:rPr>
              <a:t>서치</a:t>
            </a:r>
            <a:r>
              <a:rPr lang="en-US" altLang="ko-KR" sz="2000" dirty="0">
                <a:solidFill>
                  <a:schemeClr val="accent5"/>
                </a:solidFill>
              </a:rPr>
              <a:t>/ </a:t>
            </a:r>
            <a:r>
              <a:rPr lang="ko-KR" altLang="en-US" sz="2000" dirty="0">
                <a:solidFill>
                  <a:schemeClr val="accent5"/>
                </a:solidFill>
              </a:rPr>
              <a:t>올바른 데이터 라벨링을 각각 시도 중</a:t>
            </a:r>
            <a:endParaRPr lang="en-US" altLang="ko-KR" sz="2000" dirty="0">
              <a:solidFill>
                <a:schemeClr val="accent5"/>
              </a:solidFill>
            </a:endParaRPr>
          </a:p>
          <a:p>
            <a:r>
              <a:rPr lang="en-US" altLang="ko-KR" dirty="0"/>
              <a:t>FPS</a:t>
            </a:r>
            <a:r>
              <a:rPr lang="ko-KR" altLang="en-US" dirty="0"/>
              <a:t>높이는 작업 시도</a:t>
            </a:r>
            <a:endParaRPr lang="en-US" altLang="ko-KR" dirty="0"/>
          </a:p>
          <a:p>
            <a:r>
              <a:rPr lang="ko-KR" altLang="en-US" dirty="0"/>
              <a:t>실시간 영상 처리 시도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1BA878-F47C-4D4F-AB9F-10301EE2E35F}"/>
              </a:ext>
            </a:extLst>
          </p:cNvPr>
          <p:cNvSpPr/>
          <p:nvPr/>
        </p:nvSpPr>
        <p:spPr>
          <a:xfrm>
            <a:off x="-14288" y="5732695"/>
            <a:ext cx="12206288" cy="1129507"/>
          </a:xfrm>
          <a:prstGeom prst="rect">
            <a:avLst/>
          </a:prstGeom>
          <a:solidFill>
            <a:srgbClr val="C9D0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8578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29635-D411-4796-864E-DD03F86F3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다음주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32089-72C5-4FEF-B455-9DCC5BF84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000000"/>
                </a:solidFill>
                <a:effectLst/>
                <a:latin typeface="docs-Calibri"/>
              </a:rPr>
              <a:t>모델에 데이터를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ocs-Calibri"/>
              </a:rPr>
              <a:t>input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docs-Calibri"/>
              </a:rPr>
              <a:t>하면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docs-Calibri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docs-Calibri"/>
              </a:rPr>
              <a:t>원하는 결과물 도출</a:t>
            </a:r>
            <a:endParaRPr lang="en-US" altLang="ko-KR" b="0" i="0" dirty="0">
              <a:solidFill>
                <a:srgbClr val="000000"/>
              </a:solidFill>
              <a:effectLst/>
              <a:latin typeface="docs-Calibri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00D594-C41A-45B3-8592-1941CD3FE8DA}"/>
              </a:ext>
            </a:extLst>
          </p:cNvPr>
          <p:cNvSpPr/>
          <p:nvPr/>
        </p:nvSpPr>
        <p:spPr>
          <a:xfrm>
            <a:off x="-14288" y="5732695"/>
            <a:ext cx="12206288" cy="1129507"/>
          </a:xfrm>
          <a:prstGeom prst="rect">
            <a:avLst/>
          </a:prstGeom>
          <a:solidFill>
            <a:srgbClr val="C9D0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8861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0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3300412" y="2622051"/>
            <a:ext cx="5591176" cy="896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lnSpc>
                <a:spcPct val="150000"/>
              </a:lnSpc>
              <a:defRPr/>
            </a:pPr>
            <a:r>
              <a:rPr lang="ko-KR" altLang="en-US" sz="4000" b="1" kern="0" dirty="0">
                <a:solidFill>
                  <a:prstClr val="white"/>
                </a:solidFill>
              </a:rPr>
              <a:t>감사합니다</a:t>
            </a:r>
            <a:r>
              <a:rPr lang="en-US" altLang="ko-KR" sz="4000" b="1" kern="0" dirty="0">
                <a:solidFill>
                  <a:prstClr val="white"/>
                </a:solidFill>
              </a:rPr>
              <a:t>!</a:t>
            </a:r>
          </a:p>
        </p:txBody>
      </p:sp>
      <p:pic>
        <p:nvPicPr>
          <p:cNvPr id="3" name="그래픽 2" descr="손뼉 치는 손">
            <a:extLst>
              <a:ext uri="{FF2B5EF4-FFF2-40B4-BE49-F238E27FC236}">
                <a16:creationId xmlns:a16="http://schemas.microsoft.com/office/drawing/2014/main" id="{781B4BAB-91B4-49FF-B777-09462486D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7875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7372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63</Words>
  <Application>Microsoft Office PowerPoint</Application>
  <PresentationFormat>와이드스크린</PresentationFormat>
  <Paragraphs>14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docs-Calibri</vt:lpstr>
      <vt:lpstr>맑은 고딕</vt:lpstr>
      <vt:lpstr>Arial</vt:lpstr>
      <vt:lpstr>1_Office 테마</vt:lpstr>
      <vt:lpstr>PowerPoint 프레젠테이션</vt:lpstr>
      <vt:lpstr>목차</vt:lpstr>
      <vt:lpstr>현재 진행 상황</vt:lpstr>
      <vt:lpstr>다음주 목표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kang jisu</dc:creator>
  <cp:lastModifiedBy>kang jisu</cp:lastModifiedBy>
  <cp:revision>37</cp:revision>
  <dcterms:created xsi:type="dcterms:W3CDTF">2020-10-19T09:21:58Z</dcterms:created>
  <dcterms:modified xsi:type="dcterms:W3CDTF">2020-10-30T07:41:04Z</dcterms:modified>
</cp:coreProperties>
</file>